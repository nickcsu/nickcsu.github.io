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handoutMasterIdLst>
    <p:handoutMasterId r:id="rId17"/>
  </p:handoutMasterIdLst>
  <p:sldIdLst>
    <p:sldId id="257" r:id="rId5"/>
    <p:sldId id="268" r:id="rId6"/>
    <p:sldId id="272" r:id="rId7"/>
    <p:sldId id="279" r:id="rId8"/>
    <p:sldId id="273" r:id="rId9"/>
    <p:sldId id="274" r:id="rId10"/>
    <p:sldId id="275" r:id="rId11"/>
    <p:sldId id="262" r:id="rId12"/>
    <p:sldId id="276" r:id="rId13"/>
    <p:sldId id="277" r:id="rId14"/>
    <p:sldId id="278"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90" d="100"/>
          <a:sy n="90" d="100"/>
        </p:scale>
        <p:origin x="355"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V" userId="de4a506f1f5bd1e1" providerId="LiveId" clId="{29669951-C9D5-4DFE-882D-8365E906014A}"/>
    <pc:docChg chg="custSel addSld delSld modSld">
      <pc:chgData name="Nick V" userId="de4a506f1f5bd1e1" providerId="LiveId" clId="{29669951-C9D5-4DFE-882D-8365E906014A}" dt="2026-02-24T05:23:08.689" v="2226" actId="313"/>
      <pc:docMkLst>
        <pc:docMk/>
      </pc:docMkLst>
      <pc:sldChg chg="modSp mod">
        <pc:chgData name="Nick V" userId="de4a506f1f5bd1e1" providerId="LiveId" clId="{29669951-C9D5-4DFE-882D-8365E906014A}" dt="2026-02-24T04:33:59.085" v="716" actId="20577"/>
        <pc:sldMkLst>
          <pc:docMk/>
          <pc:sldMk cId="1332291891" sldId="257"/>
        </pc:sldMkLst>
        <pc:spChg chg="mod">
          <ac:chgData name="Nick V" userId="de4a506f1f5bd1e1" providerId="LiveId" clId="{29669951-C9D5-4DFE-882D-8365E906014A}" dt="2026-02-24T04:33:59.085" v="716" actId="20577"/>
          <ac:spMkLst>
            <pc:docMk/>
            <pc:sldMk cId="1332291891" sldId="257"/>
            <ac:spMk id="5" creationId="{00000000-0000-0000-0000-000000000000}"/>
          </ac:spMkLst>
        </pc:spChg>
      </pc:sldChg>
      <pc:sldChg chg="modSp del mod">
        <pc:chgData name="Nick V" userId="de4a506f1f5bd1e1" providerId="LiveId" clId="{29669951-C9D5-4DFE-882D-8365E906014A}" dt="2026-02-24T05:09:23.288" v="913" actId="2696"/>
        <pc:sldMkLst>
          <pc:docMk/>
          <pc:sldMk cId="2672039197" sldId="261"/>
        </pc:sldMkLst>
        <pc:spChg chg="mod">
          <ac:chgData name="Nick V" userId="de4a506f1f5bd1e1" providerId="LiveId" clId="{29669951-C9D5-4DFE-882D-8365E906014A}" dt="2026-02-24T04:32:51.044" v="694" actId="20577"/>
          <ac:spMkLst>
            <pc:docMk/>
            <pc:sldMk cId="2672039197" sldId="261"/>
            <ac:spMk id="7" creationId="{00000000-0000-0000-0000-000000000000}"/>
          </ac:spMkLst>
        </pc:spChg>
        <pc:picChg chg="mod">
          <ac:chgData name="Nick V" userId="de4a506f1f5bd1e1" providerId="LiveId" clId="{29669951-C9D5-4DFE-882D-8365E906014A}" dt="2026-02-24T05:09:19.698" v="912" actId="1076"/>
          <ac:picMkLst>
            <pc:docMk/>
            <pc:sldMk cId="2672039197" sldId="261"/>
            <ac:picMk id="3" creationId="{4BF507F3-BAF5-5DEE-8439-D80D6FBE514D}"/>
          </ac:picMkLst>
        </pc:picChg>
      </pc:sldChg>
      <pc:sldChg chg="addSp modSp mod modNotesTx">
        <pc:chgData name="Nick V" userId="de4a506f1f5bd1e1" providerId="LiveId" clId="{29669951-C9D5-4DFE-882D-8365E906014A}" dt="2026-02-24T05:17:28.385" v="2001" actId="20577"/>
        <pc:sldMkLst>
          <pc:docMk/>
          <pc:sldMk cId="397710800" sldId="262"/>
        </pc:sldMkLst>
        <pc:spChg chg="mod">
          <ac:chgData name="Nick V" userId="de4a506f1f5bd1e1" providerId="LiveId" clId="{29669951-C9D5-4DFE-882D-8365E906014A}" dt="2026-02-24T04:32:44.069" v="680" actId="20577"/>
          <ac:spMkLst>
            <pc:docMk/>
            <pc:sldMk cId="397710800" sldId="262"/>
            <ac:spMk id="3" creationId="{00000000-0000-0000-0000-000000000000}"/>
          </ac:spMkLst>
        </pc:spChg>
        <pc:spChg chg="add mod">
          <ac:chgData name="Nick V" userId="de4a506f1f5bd1e1" providerId="LiveId" clId="{29669951-C9D5-4DFE-882D-8365E906014A}" dt="2026-02-24T05:16:54.899" v="1871" actId="20577"/>
          <ac:spMkLst>
            <pc:docMk/>
            <pc:sldMk cId="397710800" sldId="262"/>
            <ac:spMk id="5" creationId="{5F7BC32F-DA45-4F01-5BBD-D8A424427C49}"/>
          </ac:spMkLst>
        </pc:spChg>
        <pc:picChg chg="mod">
          <ac:chgData name="Nick V" userId="de4a506f1f5bd1e1" providerId="LiveId" clId="{29669951-C9D5-4DFE-882D-8365E906014A}" dt="2026-02-24T05:07:20.760" v="736" actId="1076"/>
          <ac:picMkLst>
            <pc:docMk/>
            <pc:sldMk cId="397710800" sldId="262"/>
            <ac:picMk id="4" creationId="{EC6E928C-D691-9454-9425-920F81FBA93C}"/>
          </ac:picMkLst>
        </pc:picChg>
        <pc:picChg chg="mod">
          <ac:chgData name="Nick V" userId="de4a506f1f5bd1e1" providerId="LiveId" clId="{29669951-C9D5-4DFE-882D-8365E906014A}" dt="2026-02-24T05:07:12.459" v="733" actId="14100"/>
          <ac:picMkLst>
            <pc:docMk/>
            <pc:sldMk cId="397710800" sldId="262"/>
            <ac:picMk id="1026" creationId="{B133D31D-81C7-BA4B-D3CA-B3DD5DA295BA}"/>
          </ac:picMkLst>
        </pc:picChg>
        <pc:picChg chg="mod">
          <ac:chgData name="Nick V" userId="de4a506f1f5bd1e1" providerId="LiveId" clId="{29669951-C9D5-4DFE-882D-8365E906014A}" dt="2026-02-24T05:07:15.357" v="734" actId="14100"/>
          <ac:picMkLst>
            <pc:docMk/>
            <pc:sldMk cId="397710800" sldId="262"/>
            <ac:picMk id="1034" creationId="{58D8F720-E55C-8152-2F5C-921B8BD9EB15}"/>
          </ac:picMkLst>
        </pc:picChg>
      </pc:sldChg>
      <pc:sldChg chg="del">
        <pc:chgData name="Nick V" userId="de4a506f1f5bd1e1" providerId="LiveId" clId="{29669951-C9D5-4DFE-882D-8365E906014A}" dt="2026-02-24T05:18:33.449" v="2107" actId="2696"/>
        <pc:sldMkLst>
          <pc:docMk/>
          <pc:sldMk cId="1405850135" sldId="263"/>
        </pc:sldMkLst>
      </pc:sldChg>
      <pc:sldChg chg="del">
        <pc:chgData name="Nick V" userId="de4a506f1f5bd1e1" providerId="LiveId" clId="{29669951-C9D5-4DFE-882D-8365E906014A}" dt="2026-02-24T05:18:31.539" v="2106" actId="2696"/>
        <pc:sldMkLst>
          <pc:docMk/>
          <pc:sldMk cId="3480339974" sldId="265"/>
        </pc:sldMkLst>
      </pc:sldChg>
      <pc:sldChg chg="modSp mod modNotesTx">
        <pc:chgData name="Nick V" userId="de4a506f1f5bd1e1" providerId="LiveId" clId="{29669951-C9D5-4DFE-882D-8365E906014A}" dt="2026-02-24T05:23:08.689" v="2226" actId="313"/>
        <pc:sldMkLst>
          <pc:docMk/>
          <pc:sldMk cId="3529114326" sldId="268"/>
        </pc:sldMkLst>
        <pc:spChg chg="mod">
          <ac:chgData name="Nick V" userId="de4a506f1f5bd1e1" providerId="LiveId" clId="{29669951-C9D5-4DFE-882D-8365E906014A}" dt="2026-02-24T05:23:08.689" v="2226" actId="313"/>
          <ac:spMkLst>
            <pc:docMk/>
            <pc:sldMk cId="3529114326" sldId="268"/>
            <ac:spMk id="14" creationId="{00000000-0000-0000-0000-000000000000}"/>
          </ac:spMkLst>
        </pc:spChg>
      </pc:sldChg>
      <pc:sldChg chg="del">
        <pc:chgData name="Nick V" userId="de4a506f1f5bd1e1" providerId="LiveId" clId="{29669951-C9D5-4DFE-882D-8365E906014A}" dt="2026-02-24T05:18:29.938" v="2105" actId="2696"/>
        <pc:sldMkLst>
          <pc:docMk/>
          <pc:sldMk cId="2319046984" sldId="271"/>
        </pc:sldMkLst>
      </pc:sldChg>
      <pc:sldChg chg="modSp mod modNotesTx">
        <pc:chgData name="Nick V" userId="de4a506f1f5bd1e1" providerId="LiveId" clId="{29669951-C9D5-4DFE-882D-8365E906014A}" dt="2026-02-24T05:13:52.215" v="1203" actId="20577"/>
        <pc:sldMkLst>
          <pc:docMk/>
          <pc:sldMk cId="2321239940" sldId="272"/>
        </pc:sldMkLst>
        <pc:spChg chg="mod">
          <ac:chgData name="Nick V" userId="de4a506f1f5bd1e1" providerId="LiveId" clId="{29669951-C9D5-4DFE-882D-8365E906014A}" dt="2026-02-24T05:11:20.743" v="921" actId="313"/>
          <ac:spMkLst>
            <pc:docMk/>
            <pc:sldMk cId="2321239940" sldId="272"/>
            <ac:spMk id="3" creationId="{D8BB5D75-4789-1C48-EDFC-889D2FEDA8D7}"/>
          </ac:spMkLst>
        </pc:spChg>
      </pc:sldChg>
      <pc:sldChg chg="modSp mod modNotesTx">
        <pc:chgData name="Nick V" userId="de4a506f1f5bd1e1" providerId="LiveId" clId="{29669951-C9D5-4DFE-882D-8365E906014A}" dt="2026-02-24T05:15:17.489" v="1551" actId="20577"/>
        <pc:sldMkLst>
          <pc:docMk/>
          <pc:sldMk cId="4119140924" sldId="273"/>
        </pc:sldMkLst>
        <pc:spChg chg="mod">
          <ac:chgData name="Nick V" userId="de4a506f1f5bd1e1" providerId="LiveId" clId="{29669951-C9D5-4DFE-882D-8365E906014A}" dt="2026-02-23T20:31:02.254" v="328" actId="20577"/>
          <ac:spMkLst>
            <pc:docMk/>
            <pc:sldMk cId="4119140924" sldId="273"/>
            <ac:spMk id="3" creationId="{196F1C37-0375-E1F0-FC32-4F8065B5F21E}"/>
          </ac:spMkLst>
        </pc:spChg>
      </pc:sldChg>
      <pc:sldChg chg="modSp mod modNotesTx">
        <pc:chgData name="Nick V" userId="de4a506f1f5bd1e1" providerId="LiveId" clId="{29669951-C9D5-4DFE-882D-8365E906014A}" dt="2026-02-24T05:15:53.404" v="1684" actId="20577"/>
        <pc:sldMkLst>
          <pc:docMk/>
          <pc:sldMk cId="1409654092" sldId="274"/>
        </pc:sldMkLst>
        <pc:spChg chg="mod">
          <ac:chgData name="Nick V" userId="de4a506f1f5bd1e1" providerId="LiveId" clId="{29669951-C9D5-4DFE-882D-8365E906014A}" dt="2026-02-24T05:11:53.299" v="941" actId="313"/>
          <ac:spMkLst>
            <pc:docMk/>
            <pc:sldMk cId="1409654092" sldId="274"/>
            <ac:spMk id="3" creationId="{010516DB-A55F-3000-FEFE-5135F37EB656}"/>
          </ac:spMkLst>
        </pc:spChg>
      </pc:sldChg>
      <pc:sldChg chg="modNotesTx">
        <pc:chgData name="Nick V" userId="de4a506f1f5bd1e1" providerId="LiveId" clId="{29669951-C9D5-4DFE-882D-8365E906014A}" dt="2026-02-24T05:16:42.807" v="1868" actId="20577"/>
        <pc:sldMkLst>
          <pc:docMk/>
          <pc:sldMk cId="183422635" sldId="275"/>
        </pc:sldMkLst>
      </pc:sldChg>
      <pc:sldChg chg="modSp mod modNotesTx">
        <pc:chgData name="Nick V" userId="de4a506f1f5bd1e1" providerId="LiveId" clId="{29669951-C9D5-4DFE-882D-8365E906014A}" dt="2026-02-24T05:18:01.472" v="2104" actId="20577"/>
        <pc:sldMkLst>
          <pc:docMk/>
          <pc:sldMk cId="1862843904" sldId="276"/>
        </pc:sldMkLst>
        <pc:spChg chg="mod">
          <ac:chgData name="Nick V" userId="de4a506f1f5bd1e1" providerId="LiveId" clId="{29669951-C9D5-4DFE-882D-8365E906014A}" dt="2026-02-24T05:12:24.382" v="945" actId="313"/>
          <ac:spMkLst>
            <pc:docMk/>
            <pc:sldMk cId="1862843904" sldId="276"/>
            <ac:spMk id="3" creationId="{F0F5326B-F945-3F3C-DCA4-520C14F7EC2F}"/>
          </ac:spMkLst>
        </pc:spChg>
      </pc:sldChg>
      <pc:sldChg chg="modSp mod modNotesTx">
        <pc:chgData name="Nick V" userId="de4a506f1f5bd1e1" providerId="LiveId" clId="{29669951-C9D5-4DFE-882D-8365E906014A}" dt="2026-02-24T05:19:09.162" v="2222" actId="20577"/>
        <pc:sldMkLst>
          <pc:docMk/>
          <pc:sldMk cId="3173824114" sldId="277"/>
        </pc:sldMkLst>
        <pc:spChg chg="mod">
          <ac:chgData name="Nick V" userId="de4a506f1f5bd1e1" providerId="LiveId" clId="{29669951-C9D5-4DFE-882D-8365E906014A}" dt="2026-02-24T04:30:36.867" v="591" actId="20577"/>
          <ac:spMkLst>
            <pc:docMk/>
            <pc:sldMk cId="3173824114" sldId="277"/>
            <ac:spMk id="3" creationId="{1EBE7F31-A30A-D2A0-8F36-D4F9A86E33AD}"/>
          </ac:spMkLst>
        </pc:spChg>
      </pc:sldChg>
      <pc:sldChg chg="modSp mod">
        <pc:chgData name="Nick V" userId="de4a506f1f5bd1e1" providerId="LiveId" clId="{29669951-C9D5-4DFE-882D-8365E906014A}" dt="2026-02-24T04:28:17.687" v="473" actId="20577"/>
        <pc:sldMkLst>
          <pc:docMk/>
          <pc:sldMk cId="2935350309" sldId="278"/>
        </pc:sldMkLst>
        <pc:spChg chg="mod">
          <ac:chgData name="Nick V" userId="de4a506f1f5bd1e1" providerId="LiveId" clId="{29669951-C9D5-4DFE-882D-8365E906014A}" dt="2026-02-24T04:28:17.687" v="473" actId="20577"/>
          <ac:spMkLst>
            <pc:docMk/>
            <pc:sldMk cId="2935350309" sldId="278"/>
            <ac:spMk id="3" creationId="{6FAA7EA7-106B-C378-AE32-5C420B4DA046}"/>
          </ac:spMkLst>
        </pc:spChg>
      </pc:sldChg>
      <pc:sldChg chg="modSp new mod modNotesTx">
        <pc:chgData name="Nick V" userId="de4a506f1f5bd1e1" providerId="LiveId" clId="{29669951-C9D5-4DFE-882D-8365E906014A}" dt="2026-02-24T05:14:39.894" v="1388" actId="20577"/>
        <pc:sldMkLst>
          <pc:docMk/>
          <pc:sldMk cId="1323419750" sldId="279"/>
        </pc:sldMkLst>
        <pc:spChg chg="mod">
          <ac:chgData name="Nick V" userId="de4a506f1f5bd1e1" providerId="LiveId" clId="{29669951-C9D5-4DFE-882D-8365E906014A}" dt="2026-02-23T20:26:51.126" v="233" actId="20577"/>
          <ac:spMkLst>
            <pc:docMk/>
            <pc:sldMk cId="1323419750" sldId="279"/>
            <ac:spMk id="2" creationId="{8C7311C0-4180-4B56-0A36-5B1AA5FA65CC}"/>
          </ac:spMkLst>
        </pc:spChg>
        <pc:spChg chg="mod">
          <ac:chgData name="Nick V" userId="de4a506f1f5bd1e1" providerId="LiveId" clId="{29669951-C9D5-4DFE-882D-8365E906014A}" dt="2026-02-24T05:11:43.677" v="937" actId="313"/>
          <ac:spMkLst>
            <pc:docMk/>
            <pc:sldMk cId="1323419750" sldId="279"/>
            <ac:spMk id="3" creationId="{9138FC8C-A677-5ED8-952D-E60C2B119D1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2/23/2026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2/23/2026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parents divorce could have impacted his growth and focus on computer systems.</a:t>
            </a:r>
          </a:p>
        </p:txBody>
      </p:sp>
      <p:sp>
        <p:nvSpPr>
          <p:cNvPr id="4" name="Slide Number Placeholder 3"/>
          <p:cNvSpPr>
            <a:spLocks noGrp="1"/>
          </p:cNvSpPr>
          <p:nvPr>
            <p:ph type="sldNum" sz="quarter" idx="5"/>
          </p:nvPr>
        </p:nvSpPr>
        <p:spPr/>
        <p:txBody>
          <a:bodyPr/>
          <a:lstStyle/>
          <a:p>
            <a:fld id="{3EBA5BD7-F043-4D1B-AA17-CD412FC534DE}" type="slidenum">
              <a:rPr lang="en-US" smtClean="0"/>
              <a:t>2</a:t>
            </a:fld>
            <a:endParaRPr lang="en-US"/>
          </a:p>
        </p:txBody>
      </p:sp>
    </p:spTree>
    <p:extLst>
      <p:ext uri="{BB962C8B-B14F-4D97-AF65-F5344CB8AC3E}">
        <p14:creationId xmlns:p14="http://schemas.microsoft.com/office/powerpoint/2010/main" val="3961549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ability to remain hidden could have possibly led to his confidence later in his hacking career, where he did not cover his tracks and got caught.</a:t>
            </a:r>
          </a:p>
        </p:txBody>
      </p:sp>
      <p:sp>
        <p:nvSpPr>
          <p:cNvPr id="4" name="Slide Number Placeholder 3"/>
          <p:cNvSpPr>
            <a:spLocks noGrp="1"/>
          </p:cNvSpPr>
          <p:nvPr>
            <p:ph type="sldNum" sz="quarter" idx="5"/>
          </p:nvPr>
        </p:nvSpPr>
        <p:spPr/>
        <p:txBody>
          <a:bodyPr/>
          <a:lstStyle/>
          <a:p>
            <a:fld id="{3EBA5BD7-F043-4D1B-AA17-CD412FC534DE}" type="slidenum">
              <a:rPr lang="en-US" smtClean="0"/>
              <a:t>3</a:t>
            </a:fld>
            <a:endParaRPr lang="en-US"/>
          </a:p>
        </p:txBody>
      </p:sp>
    </p:spTree>
    <p:extLst>
      <p:ext uri="{BB962C8B-B14F-4D97-AF65-F5344CB8AC3E}">
        <p14:creationId xmlns:p14="http://schemas.microsoft.com/office/powerpoint/2010/main" val="113020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hacked into Pacific Bell because he wanted to know what they had on him, which led to him getting careless about his footprints, getting an arrest warrant issued.</a:t>
            </a:r>
          </a:p>
        </p:txBody>
      </p:sp>
      <p:sp>
        <p:nvSpPr>
          <p:cNvPr id="4" name="Slide Number Placeholder 3"/>
          <p:cNvSpPr>
            <a:spLocks noGrp="1"/>
          </p:cNvSpPr>
          <p:nvPr>
            <p:ph type="sldNum" sz="quarter" idx="5"/>
          </p:nvPr>
        </p:nvSpPr>
        <p:spPr/>
        <p:txBody>
          <a:bodyPr/>
          <a:lstStyle/>
          <a:p>
            <a:fld id="{3EBA5BD7-F043-4D1B-AA17-CD412FC534DE}" type="slidenum">
              <a:rPr lang="en-US" smtClean="0"/>
              <a:t>4</a:t>
            </a:fld>
            <a:endParaRPr lang="en-US"/>
          </a:p>
        </p:txBody>
      </p:sp>
    </p:spTree>
    <p:extLst>
      <p:ext uri="{BB962C8B-B14F-4D97-AF65-F5344CB8AC3E}">
        <p14:creationId xmlns:p14="http://schemas.microsoft.com/office/powerpoint/2010/main" val="2398545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all of the evidence against him, there was no other choice than to plead guilty to all counts. This could have also reduced his original sentence.</a:t>
            </a:r>
          </a:p>
        </p:txBody>
      </p:sp>
      <p:sp>
        <p:nvSpPr>
          <p:cNvPr id="4" name="Slide Number Placeholder 3"/>
          <p:cNvSpPr>
            <a:spLocks noGrp="1"/>
          </p:cNvSpPr>
          <p:nvPr>
            <p:ph type="sldNum" sz="quarter" idx="5"/>
          </p:nvPr>
        </p:nvSpPr>
        <p:spPr/>
        <p:txBody>
          <a:bodyPr/>
          <a:lstStyle/>
          <a:p>
            <a:fld id="{3EBA5BD7-F043-4D1B-AA17-CD412FC534DE}" type="slidenum">
              <a:rPr lang="en-US" smtClean="0"/>
              <a:t>5</a:t>
            </a:fld>
            <a:endParaRPr lang="en-US"/>
          </a:p>
        </p:txBody>
      </p:sp>
    </p:spTree>
    <p:extLst>
      <p:ext uri="{BB962C8B-B14F-4D97-AF65-F5344CB8AC3E}">
        <p14:creationId xmlns:p14="http://schemas.microsoft.com/office/powerpoint/2010/main" val="3828980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teachings are valuable, and there is a lot to learn from such a renowned hacker turned consultant, speaker, and author.</a:t>
            </a:r>
          </a:p>
        </p:txBody>
      </p:sp>
      <p:sp>
        <p:nvSpPr>
          <p:cNvPr id="4" name="Slide Number Placeholder 3"/>
          <p:cNvSpPr>
            <a:spLocks noGrp="1"/>
          </p:cNvSpPr>
          <p:nvPr>
            <p:ph type="sldNum" sz="quarter" idx="5"/>
          </p:nvPr>
        </p:nvSpPr>
        <p:spPr/>
        <p:txBody>
          <a:bodyPr/>
          <a:lstStyle/>
          <a:p>
            <a:fld id="{3EBA5BD7-F043-4D1B-AA17-CD412FC534DE}" type="slidenum">
              <a:rPr lang="en-US" smtClean="0"/>
              <a:t>6</a:t>
            </a:fld>
            <a:endParaRPr lang="en-US"/>
          </a:p>
        </p:txBody>
      </p:sp>
    </p:spTree>
    <p:extLst>
      <p:ext uri="{BB962C8B-B14F-4D97-AF65-F5344CB8AC3E}">
        <p14:creationId xmlns:p14="http://schemas.microsoft.com/office/powerpoint/2010/main" val="3611667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 of Intrusion and The Art of Deception are books that I want to read at some point, highlighting his prowess in social engineering and intrusion methods.</a:t>
            </a:r>
          </a:p>
        </p:txBody>
      </p:sp>
      <p:sp>
        <p:nvSpPr>
          <p:cNvPr id="4" name="Slide Number Placeholder 3"/>
          <p:cNvSpPr>
            <a:spLocks noGrp="1"/>
          </p:cNvSpPr>
          <p:nvPr>
            <p:ph type="sldNum" sz="quarter" idx="5"/>
          </p:nvPr>
        </p:nvSpPr>
        <p:spPr/>
        <p:txBody>
          <a:bodyPr/>
          <a:lstStyle/>
          <a:p>
            <a:fld id="{3EBA5BD7-F043-4D1B-AA17-CD412FC534DE}" type="slidenum">
              <a:rPr lang="en-US" smtClean="0"/>
              <a:t>7</a:t>
            </a:fld>
            <a:endParaRPr lang="en-US"/>
          </a:p>
        </p:txBody>
      </p:sp>
    </p:spTree>
    <p:extLst>
      <p:ext uri="{BB962C8B-B14F-4D97-AF65-F5344CB8AC3E}">
        <p14:creationId xmlns:p14="http://schemas.microsoft.com/office/powerpoint/2010/main" val="3624715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of the books I want to read, learning about Mitnick has been very fruitful, I hope to learn a lot from his career.</a:t>
            </a:r>
          </a:p>
        </p:txBody>
      </p:sp>
      <p:sp>
        <p:nvSpPr>
          <p:cNvPr id="4" name="Slide Number Placeholder 3"/>
          <p:cNvSpPr>
            <a:spLocks noGrp="1"/>
          </p:cNvSpPr>
          <p:nvPr>
            <p:ph type="sldNum" sz="quarter" idx="5"/>
          </p:nvPr>
        </p:nvSpPr>
        <p:spPr/>
        <p:txBody>
          <a:bodyPr/>
          <a:lstStyle/>
          <a:p>
            <a:fld id="{3EBA5BD7-F043-4D1B-AA17-CD412FC534DE}" type="slidenum">
              <a:rPr lang="en-US" smtClean="0"/>
              <a:t>8</a:t>
            </a:fld>
            <a:endParaRPr lang="en-US"/>
          </a:p>
        </p:txBody>
      </p:sp>
    </p:spTree>
    <p:extLst>
      <p:ext uri="{BB962C8B-B14F-4D97-AF65-F5344CB8AC3E}">
        <p14:creationId xmlns:p14="http://schemas.microsoft.com/office/powerpoint/2010/main" val="2207596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believe that his legacy is redeemed by his desire to teach and write about his time as a bad actor.</a:t>
            </a:r>
          </a:p>
        </p:txBody>
      </p:sp>
      <p:sp>
        <p:nvSpPr>
          <p:cNvPr id="4" name="Slide Number Placeholder 3"/>
          <p:cNvSpPr>
            <a:spLocks noGrp="1"/>
          </p:cNvSpPr>
          <p:nvPr>
            <p:ph type="sldNum" sz="quarter" idx="5"/>
          </p:nvPr>
        </p:nvSpPr>
        <p:spPr/>
        <p:txBody>
          <a:bodyPr/>
          <a:lstStyle/>
          <a:p>
            <a:fld id="{3EBA5BD7-F043-4D1B-AA17-CD412FC534DE}" type="slidenum">
              <a:rPr lang="en-US" smtClean="0"/>
              <a:t>9</a:t>
            </a:fld>
            <a:endParaRPr lang="en-US"/>
          </a:p>
        </p:txBody>
      </p:sp>
    </p:spTree>
    <p:extLst>
      <p:ext uri="{BB962C8B-B14F-4D97-AF65-F5344CB8AC3E}">
        <p14:creationId xmlns:p14="http://schemas.microsoft.com/office/powerpoint/2010/main" val="2097413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contributions to ethical hacking are massive, it is unfortunate his life was cut short due to cancer. </a:t>
            </a:r>
          </a:p>
        </p:txBody>
      </p:sp>
      <p:sp>
        <p:nvSpPr>
          <p:cNvPr id="4" name="Slide Number Placeholder 3"/>
          <p:cNvSpPr>
            <a:spLocks noGrp="1"/>
          </p:cNvSpPr>
          <p:nvPr>
            <p:ph type="sldNum" sz="quarter" idx="5"/>
          </p:nvPr>
        </p:nvSpPr>
        <p:spPr/>
        <p:txBody>
          <a:bodyPr/>
          <a:lstStyle/>
          <a:p>
            <a:fld id="{3EBA5BD7-F043-4D1B-AA17-CD412FC534DE}" type="slidenum">
              <a:rPr lang="en-US" smtClean="0"/>
              <a:t>10</a:t>
            </a:fld>
            <a:endParaRPr lang="en-US"/>
          </a:p>
        </p:txBody>
      </p:sp>
    </p:spTree>
    <p:extLst>
      <p:ext uri="{BB962C8B-B14F-4D97-AF65-F5344CB8AC3E}">
        <p14:creationId xmlns:p14="http://schemas.microsoft.com/office/powerpoint/2010/main" val="337937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2/23/2026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2/23/2026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2/23/2026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2/23/2026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2/23/2026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2/23/2026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2/23/2026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2/23/2026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2/23/2026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2/23/2026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2/23/2026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2/23/2026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agadget.com/en/security/619553-the-story-of-kevin-mitnick-the-worlds-most-famous-hacker/" TargetMode="External"/><Relationship Id="rId2" Type="http://schemas.openxmlformats.org/officeDocument/2006/relationships/hyperlink" Target="https://www.codemotion.com/magazine/cybersecurity/kevin-mitnick-the-worlds-most-famous-hack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Story of Kevin Mitnick</a:t>
            </a:r>
          </a:p>
        </p:txBody>
      </p:sp>
      <p:sp>
        <p:nvSpPr>
          <p:cNvPr id="5" name="Subtitle 4"/>
          <p:cNvSpPr>
            <a:spLocks noGrp="1"/>
          </p:cNvSpPr>
          <p:nvPr>
            <p:ph type="subTitle" idx="1"/>
          </p:nvPr>
        </p:nvSpPr>
        <p:spPr/>
        <p:txBody>
          <a:bodyPr/>
          <a:lstStyle/>
          <a:p>
            <a:r>
              <a:rPr lang="en-US" dirty="0"/>
              <a:t>By: Nick van Houten</a:t>
            </a:r>
          </a:p>
          <a:p>
            <a:r>
              <a:rPr lang="en-US" dirty="0"/>
              <a:t>CSCI-405</a:t>
            </a:r>
          </a:p>
          <a:p>
            <a:r>
              <a:rPr lang="en-US" dirty="0"/>
              <a:t>Professor Sun</a:t>
            </a:r>
          </a:p>
          <a:p>
            <a:r>
              <a:rPr lang="en-US" dirty="0"/>
              <a:t>Due on: 02/25/26</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Early Life</a:t>
            </a:r>
          </a:p>
        </p:txBody>
      </p:sp>
      <p:sp>
        <p:nvSpPr>
          <p:cNvPr id="14" name="Content Placeholder 13"/>
          <p:cNvSpPr>
            <a:spLocks noGrp="1"/>
          </p:cNvSpPr>
          <p:nvPr>
            <p:ph idx="1"/>
          </p:nvPr>
        </p:nvSpPr>
        <p:spPr/>
        <p:txBody>
          <a:bodyPr/>
          <a:lstStyle/>
          <a:p>
            <a:r>
              <a:rPr lang="en-US" dirty="0"/>
              <a:t>Kevin Mitnick was born in Van Nuys, California on 08/06/1963 (Codemotion, 2023)</a:t>
            </a:r>
          </a:p>
          <a:p>
            <a:r>
              <a:rPr lang="en-US" dirty="0"/>
              <a:t>Brought up by his mother, parents divorced when he was young</a:t>
            </a:r>
          </a:p>
          <a:p>
            <a:r>
              <a:rPr lang="en-US" dirty="0"/>
              <a:t>Was known for his intelligence at a young age, was very passionate about electronics</a:t>
            </a:r>
          </a:p>
          <a:p>
            <a:r>
              <a:rPr lang="en-US" dirty="0"/>
              <a:t>“Obtained an unrestricted FCC license to use a ham radio to listen to local police calls” (Codemotion, 2023)</a:t>
            </a:r>
          </a:p>
          <a:p>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C5238-0BB9-C2D1-913D-54B9CA135797}"/>
              </a:ext>
            </a:extLst>
          </p:cNvPr>
          <p:cNvSpPr>
            <a:spLocks noGrp="1"/>
          </p:cNvSpPr>
          <p:nvPr>
            <p:ph type="title"/>
          </p:nvPr>
        </p:nvSpPr>
        <p:spPr/>
        <p:txBody>
          <a:bodyPr/>
          <a:lstStyle/>
          <a:p>
            <a:r>
              <a:rPr lang="en-US" dirty="0"/>
              <a:t>His first Hack</a:t>
            </a:r>
          </a:p>
        </p:txBody>
      </p:sp>
      <p:sp>
        <p:nvSpPr>
          <p:cNvPr id="3" name="Content Placeholder 2">
            <a:extLst>
              <a:ext uri="{FF2B5EF4-FFF2-40B4-BE49-F238E27FC236}">
                <a16:creationId xmlns:a16="http://schemas.microsoft.com/office/drawing/2014/main" id="{D8BB5D75-4789-1C48-EDFC-889D2FEDA8D7}"/>
              </a:ext>
            </a:extLst>
          </p:cNvPr>
          <p:cNvSpPr>
            <a:spLocks noGrp="1"/>
          </p:cNvSpPr>
          <p:nvPr>
            <p:ph idx="1"/>
          </p:nvPr>
        </p:nvSpPr>
        <p:spPr/>
        <p:txBody>
          <a:bodyPr>
            <a:normAutofit/>
          </a:bodyPr>
          <a:lstStyle/>
          <a:p>
            <a:r>
              <a:rPr lang="en-US" dirty="0"/>
              <a:t>“In 1979, Kevin broke into The Ark, a computer at USC that handled administrative responsibilities. He soon found a vulnerability in the software and was able to gain access and remain hidden.” (Codemotion, 2023)</a:t>
            </a:r>
          </a:p>
          <a:p>
            <a:r>
              <a:rPr lang="en-US" dirty="0"/>
              <a:t>While he was good with computers, social engineering tactics take some time to perfect, and this was something he put a lot of focus into.</a:t>
            </a:r>
          </a:p>
          <a:p>
            <a:r>
              <a:rPr lang="en-US" dirty="0"/>
              <a:t>“Mitnick’s methods to gaining access are considered legendary, and a key part to his success at infiltration.” (Codemotion, 2023)</a:t>
            </a:r>
          </a:p>
          <a:p>
            <a:endParaRPr lang="en-US" dirty="0"/>
          </a:p>
        </p:txBody>
      </p:sp>
    </p:spTree>
    <p:extLst>
      <p:ext uri="{BB962C8B-B14F-4D97-AF65-F5344CB8AC3E}">
        <p14:creationId xmlns:p14="http://schemas.microsoft.com/office/powerpoint/2010/main" val="232123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311C0-4180-4B56-0A36-5B1AA5FA65CC}"/>
              </a:ext>
            </a:extLst>
          </p:cNvPr>
          <p:cNvSpPr>
            <a:spLocks noGrp="1"/>
          </p:cNvSpPr>
          <p:nvPr>
            <p:ph type="title"/>
          </p:nvPr>
        </p:nvSpPr>
        <p:spPr/>
        <p:txBody>
          <a:bodyPr/>
          <a:lstStyle/>
          <a:p>
            <a:r>
              <a:rPr lang="en-US" dirty="0"/>
              <a:t>On the Run for Two Years</a:t>
            </a:r>
          </a:p>
        </p:txBody>
      </p:sp>
      <p:sp>
        <p:nvSpPr>
          <p:cNvPr id="3" name="Content Placeholder 2">
            <a:extLst>
              <a:ext uri="{FF2B5EF4-FFF2-40B4-BE49-F238E27FC236}">
                <a16:creationId xmlns:a16="http://schemas.microsoft.com/office/drawing/2014/main" id="{9138FC8C-A677-5ED8-952D-E60C2B119D1B}"/>
              </a:ext>
            </a:extLst>
          </p:cNvPr>
          <p:cNvSpPr>
            <a:spLocks noGrp="1"/>
          </p:cNvSpPr>
          <p:nvPr>
            <p:ph idx="1"/>
          </p:nvPr>
        </p:nvSpPr>
        <p:spPr/>
        <p:txBody>
          <a:bodyPr>
            <a:normAutofit fontScale="92500" lnSpcReduction="20000"/>
          </a:bodyPr>
          <a:lstStyle/>
          <a:p>
            <a:r>
              <a:rPr lang="en-US" dirty="0"/>
              <a:t>“Mitnick hacked into Pacific Bell’s system to check how they were monitoring him, but he had no right to hack into this system, which is how the arrest warrant was issued.” (Sergeev, 2025)</a:t>
            </a:r>
          </a:p>
          <a:p>
            <a:r>
              <a:rPr lang="en-US" dirty="0"/>
              <a:t>“He worked under fake names - as a systems administrator at a law firm in Denver, as an IT worker at a hospital in Seattle under the name Brian Merril.” (Sergeev, 2025)</a:t>
            </a:r>
          </a:p>
          <a:p>
            <a:r>
              <a:rPr lang="en-US" dirty="0"/>
              <a:t>“According to Mitnick, it helped him a lot that the US authorities used a very bad photo that made him hard to recognize in real life.” (Sergeev, 2025)</a:t>
            </a:r>
          </a:p>
          <a:p>
            <a:r>
              <a:rPr lang="en-US" dirty="0"/>
              <a:t>“He was “leaked” by another hacker named Tsutomu Shimomura out of revenge, because Mitnick hacked into Shimomura’s home network system.” (Sergeev, 2025)</a:t>
            </a:r>
          </a:p>
          <a:p>
            <a:endParaRPr lang="en-US" dirty="0"/>
          </a:p>
          <a:p>
            <a:endParaRPr lang="en-US" dirty="0"/>
          </a:p>
        </p:txBody>
      </p:sp>
    </p:spTree>
    <p:extLst>
      <p:ext uri="{BB962C8B-B14F-4D97-AF65-F5344CB8AC3E}">
        <p14:creationId xmlns:p14="http://schemas.microsoft.com/office/powerpoint/2010/main" val="132341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D0D2D-462C-424A-3AE3-5EA306727C4A}"/>
              </a:ext>
            </a:extLst>
          </p:cNvPr>
          <p:cNvSpPr>
            <a:spLocks noGrp="1"/>
          </p:cNvSpPr>
          <p:nvPr>
            <p:ph type="title"/>
          </p:nvPr>
        </p:nvSpPr>
        <p:spPr/>
        <p:txBody>
          <a:bodyPr/>
          <a:lstStyle/>
          <a:p>
            <a:r>
              <a:rPr lang="en-US" dirty="0"/>
              <a:t>The Downfall</a:t>
            </a:r>
          </a:p>
        </p:txBody>
      </p:sp>
      <p:sp>
        <p:nvSpPr>
          <p:cNvPr id="3" name="Content Placeholder 2">
            <a:extLst>
              <a:ext uri="{FF2B5EF4-FFF2-40B4-BE49-F238E27FC236}">
                <a16:creationId xmlns:a16="http://schemas.microsoft.com/office/drawing/2014/main" id="{196F1C37-0375-E1F0-FC32-4F8065B5F21E}"/>
              </a:ext>
            </a:extLst>
          </p:cNvPr>
          <p:cNvSpPr>
            <a:spLocks noGrp="1"/>
          </p:cNvSpPr>
          <p:nvPr>
            <p:ph idx="1"/>
          </p:nvPr>
        </p:nvSpPr>
        <p:spPr/>
        <p:txBody>
          <a:bodyPr/>
          <a:lstStyle/>
          <a:p>
            <a:r>
              <a:rPr lang="en-US" dirty="0"/>
              <a:t>In 1995, Mitnick was arrested by the FBI in North Carolina, which is when his hacking career officially ended. </a:t>
            </a:r>
          </a:p>
          <a:p>
            <a:r>
              <a:rPr lang="en-US" dirty="0"/>
              <a:t>He was so confident of his abilities that he started getting lazy and left a trail of evidence leading right to him.</a:t>
            </a:r>
          </a:p>
          <a:p>
            <a:r>
              <a:rPr lang="en-US" dirty="0"/>
              <a:t>He was charged with multiple computer crimes and pled guilty to all charges and was sentenced to 5 years in prison.</a:t>
            </a:r>
          </a:p>
          <a:p>
            <a:r>
              <a:rPr lang="en-US" dirty="0"/>
              <a:t>He was released in January 2000, after serving his 5 years.</a:t>
            </a:r>
          </a:p>
          <a:p>
            <a:endParaRPr lang="en-US" dirty="0"/>
          </a:p>
        </p:txBody>
      </p:sp>
    </p:spTree>
    <p:extLst>
      <p:ext uri="{BB962C8B-B14F-4D97-AF65-F5344CB8AC3E}">
        <p14:creationId xmlns:p14="http://schemas.microsoft.com/office/powerpoint/2010/main" val="411914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75A0-279D-2E27-CF59-63CC243937E3}"/>
              </a:ext>
            </a:extLst>
          </p:cNvPr>
          <p:cNvSpPr>
            <a:spLocks noGrp="1"/>
          </p:cNvSpPr>
          <p:nvPr>
            <p:ph type="title"/>
          </p:nvPr>
        </p:nvSpPr>
        <p:spPr/>
        <p:txBody>
          <a:bodyPr/>
          <a:lstStyle/>
          <a:p>
            <a:r>
              <a:rPr lang="en-US" dirty="0"/>
              <a:t>Life after Prison</a:t>
            </a:r>
          </a:p>
        </p:txBody>
      </p:sp>
      <p:sp>
        <p:nvSpPr>
          <p:cNvPr id="3" name="Content Placeholder 2">
            <a:extLst>
              <a:ext uri="{FF2B5EF4-FFF2-40B4-BE49-F238E27FC236}">
                <a16:creationId xmlns:a16="http://schemas.microsoft.com/office/drawing/2014/main" id="{010516DB-A55F-3000-FEFE-5135F37EB656}"/>
              </a:ext>
            </a:extLst>
          </p:cNvPr>
          <p:cNvSpPr>
            <a:spLocks noGrp="1"/>
          </p:cNvSpPr>
          <p:nvPr>
            <p:ph idx="1"/>
          </p:nvPr>
        </p:nvSpPr>
        <p:spPr/>
        <p:txBody>
          <a:bodyPr/>
          <a:lstStyle/>
          <a:p>
            <a:r>
              <a:rPr lang="en-US" dirty="0"/>
              <a:t>Mitnick had a change of heart after prison and decided to use his skills for the betterment of society.</a:t>
            </a:r>
          </a:p>
          <a:p>
            <a:r>
              <a:rPr lang="en-US" dirty="0"/>
              <a:t>“He worked as a cybersecurity consultant, speaker, and author.” (Codemotion, 2023) </a:t>
            </a:r>
          </a:p>
          <a:p>
            <a:r>
              <a:rPr lang="en-US" dirty="0"/>
              <a:t>He has written multiple books about his life of a hacker.</a:t>
            </a:r>
          </a:p>
        </p:txBody>
      </p:sp>
    </p:spTree>
    <p:extLst>
      <p:ext uri="{BB962C8B-B14F-4D97-AF65-F5344CB8AC3E}">
        <p14:creationId xmlns:p14="http://schemas.microsoft.com/office/powerpoint/2010/main" val="140965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6474-8950-9C01-6989-0D07A8F02DDC}"/>
              </a:ext>
            </a:extLst>
          </p:cNvPr>
          <p:cNvSpPr>
            <a:spLocks noGrp="1"/>
          </p:cNvSpPr>
          <p:nvPr>
            <p:ph type="title"/>
          </p:nvPr>
        </p:nvSpPr>
        <p:spPr/>
        <p:txBody>
          <a:bodyPr/>
          <a:lstStyle/>
          <a:p>
            <a:r>
              <a:rPr lang="en-US" dirty="0"/>
              <a:t>Books by Kevin Mitnick</a:t>
            </a:r>
          </a:p>
        </p:txBody>
      </p:sp>
      <p:sp>
        <p:nvSpPr>
          <p:cNvPr id="3" name="Content Placeholder 2">
            <a:extLst>
              <a:ext uri="{FF2B5EF4-FFF2-40B4-BE49-F238E27FC236}">
                <a16:creationId xmlns:a16="http://schemas.microsoft.com/office/drawing/2014/main" id="{478DE3BF-7AA6-DAB8-6685-01E9577D996E}"/>
              </a:ext>
            </a:extLst>
          </p:cNvPr>
          <p:cNvSpPr>
            <a:spLocks noGrp="1"/>
          </p:cNvSpPr>
          <p:nvPr>
            <p:ph idx="1"/>
          </p:nvPr>
        </p:nvSpPr>
        <p:spPr/>
        <p:txBody>
          <a:bodyPr/>
          <a:lstStyle/>
          <a:p>
            <a:r>
              <a:rPr lang="en-US" dirty="0"/>
              <a:t>The Art of Invisibility</a:t>
            </a:r>
          </a:p>
          <a:p>
            <a:r>
              <a:rPr lang="en-US" dirty="0"/>
              <a:t>Ghost in the Wires: My Adventures as the World’s Most Wanted Hacker</a:t>
            </a:r>
          </a:p>
          <a:p>
            <a:r>
              <a:rPr lang="en-US" dirty="0"/>
              <a:t>The Art of Intrusion: The Real Stories Behind the Exploits of Hackers, Intruders &amp; Deceivers</a:t>
            </a:r>
          </a:p>
          <a:p>
            <a:r>
              <a:rPr lang="en-US" dirty="0"/>
              <a:t>The Art of Deception: Controlling the Human Element of Security</a:t>
            </a:r>
          </a:p>
          <a:p>
            <a:r>
              <a:rPr lang="en-US" dirty="0"/>
              <a:t>Transformational Security Awareness</a:t>
            </a:r>
          </a:p>
        </p:txBody>
      </p:sp>
    </p:spTree>
    <p:extLst>
      <p:ext uri="{BB962C8B-B14F-4D97-AF65-F5344CB8AC3E}">
        <p14:creationId xmlns:p14="http://schemas.microsoft.com/office/powerpoint/2010/main" val="18342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160" y="96840"/>
            <a:ext cx="10360501" cy="1223963"/>
          </a:xfrm>
        </p:spPr>
        <p:txBody>
          <a:bodyPr anchor="b">
            <a:normAutofit/>
          </a:bodyPr>
          <a:lstStyle/>
          <a:p>
            <a:r>
              <a:rPr lang="en-US" dirty="0"/>
              <a:t>His Books (pictures obtained from Google)</a:t>
            </a:r>
          </a:p>
        </p:txBody>
      </p:sp>
      <p:pic>
        <p:nvPicPr>
          <p:cNvPr id="1026" name="Picture 2" descr="Ghost in the Wires by Kevin Mitnick | Hachette Book Group">
            <a:extLst>
              <a:ext uri="{FF2B5EF4-FFF2-40B4-BE49-F238E27FC236}">
                <a16:creationId xmlns:a16="http://schemas.microsoft.com/office/drawing/2014/main" id="{B133D31D-81C7-BA4B-D3CA-B3DD5DA295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96531" y="1447800"/>
            <a:ext cx="2302281" cy="347514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AutoShape 8" descr="Image result for kevin mitnick books">
            <a:extLst>
              <a:ext uri="{FF2B5EF4-FFF2-40B4-BE49-F238E27FC236}">
                <a16:creationId xmlns:a16="http://schemas.microsoft.com/office/drawing/2014/main" id="{1A9A6CCC-174E-583B-F00C-0B50FB64B53D}"/>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EC6E928C-D691-9454-9425-920F81FBA93C}"/>
              </a:ext>
            </a:extLst>
          </p:cNvPr>
          <p:cNvPicPr>
            <a:picLocks noChangeAspect="1"/>
          </p:cNvPicPr>
          <p:nvPr/>
        </p:nvPicPr>
        <p:blipFill>
          <a:blip r:embed="rId4"/>
          <a:stretch>
            <a:fillRect/>
          </a:stretch>
        </p:blipFill>
        <p:spPr>
          <a:xfrm>
            <a:off x="7680329" y="1881929"/>
            <a:ext cx="1970201" cy="3094141"/>
          </a:xfrm>
          <a:prstGeom prst="rect">
            <a:avLst/>
          </a:prstGeom>
        </p:spPr>
      </p:pic>
      <p:pic>
        <p:nvPicPr>
          <p:cNvPr id="1034" name="Picture 10" descr="Amazon.com: The Art of Intrusion: The Real Stories Behind the Exploits ...">
            <a:extLst>
              <a:ext uri="{FF2B5EF4-FFF2-40B4-BE49-F238E27FC236}">
                <a16:creationId xmlns:a16="http://schemas.microsoft.com/office/drawing/2014/main" id="{58D8F720-E55C-8152-2F5C-921B8BD9EB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497" y="1524000"/>
            <a:ext cx="2263695" cy="33989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7BC32F-DA45-4F01-5BBD-D8A424427C49}"/>
              </a:ext>
            </a:extLst>
          </p:cNvPr>
          <p:cNvSpPr txBox="1"/>
          <p:nvPr/>
        </p:nvSpPr>
        <p:spPr>
          <a:xfrm>
            <a:off x="914160" y="5257799"/>
            <a:ext cx="9676052" cy="954107"/>
          </a:xfrm>
          <a:prstGeom prst="rect">
            <a:avLst/>
          </a:prstGeom>
          <a:noFill/>
        </p:spPr>
        <p:txBody>
          <a:bodyPr wrap="square" rtlCol="0">
            <a:spAutoFit/>
          </a:bodyPr>
          <a:lstStyle/>
          <a:p>
            <a:r>
              <a:rPr lang="en-US" sz="2800" dirty="0"/>
              <a:t>His teachings can be very valuable for someone who wants to pursue a career in cybersecurity.</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E61F-6F8B-D18B-056C-E767B017BD8E}"/>
              </a:ext>
            </a:extLst>
          </p:cNvPr>
          <p:cNvSpPr>
            <a:spLocks noGrp="1"/>
          </p:cNvSpPr>
          <p:nvPr>
            <p:ph type="title"/>
          </p:nvPr>
        </p:nvSpPr>
        <p:spPr/>
        <p:txBody>
          <a:bodyPr/>
          <a:lstStyle/>
          <a:p>
            <a:r>
              <a:rPr lang="en-US" dirty="0"/>
              <a:t>The Legacy of Kevin Mitnick</a:t>
            </a:r>
          </a:p>
        </p:txBody>
      </p:sp>
      <p:sp>
        <p:nvSpPr>
          <p:cNvPr id="3" name="Content Placeholder 2">
            <a:extLst>
              <a:ext uri="{FF2B5EF4-FFF2-40B4-BE49-F238E27FC236}">
                <a16:creationId xmlns:a16="http://schemas.microsoft.com/office/drawing/2014/main" id="{F0F5326B-F945-3F3C-DCA4-520C14F7EC2F}"/>
              </a:ext>
            </a:extLst>
          </p:cNvPr>
          <p:cNvSpPr>
            <a:spLocks noGrp="1"/>
          </p:cNvSpPr>
          <p:nvPr>
            <p:ph idx="1"/>
          </p:nvPr>
        </p:nvSpPr>
        <p:spPr/>
        <p:txBody>
          <a:bodyPr/>
          <a:lstStyle/>
          <a:p>
            <a:r>
              <a:rPr lang="en-US" dirty="0"/>
              <a:t>Mitnick’s story can be seen as a cautionary tale and reminder of the importance of cybersecurity.</a:t>
            </a:r>
          </a:p>
          <a:p>
            <a:r>
              <a:rPr lang="en-US" dirty="0"/>
              <a:t>“His story highlights the vulnerability of human nature to social engineering.” (Codemotion, 2023)</a:t>
            </a:r>
          </a:p>
          <a:p>
            <a:r>
              <a:rPr lang="en-US" dirty="0"/>
              <a:t>He was one of the FBI’s most wanted.</a:t>
            </a:r>
          </a:p>
          <a:p>
            <a:r>
              <a:rPr lang="en-US" dirty="0"/>
              <a:t>He was able to turn his life around after getting caught, proving that his skills had positive value.</a:t>
            </a:r>
          </a:p>
        </p:txBody>
      </p:sp>
    </p:spTree>
    <p:extLst>
      <p:ext uri="{BB962C8B-B14F-4D97-AF65-F5344CB8AC3E}">
        <p14:creationId xmlns:p14="http://schemas.microsoft.com/office/powerpoint/2010/main" val="1862843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9AC6-1A66-967F-71E1-7AC168FA337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EBE7F31-A30A-D2A0-8F36-D4F9A86E33AD}"/>
              </a:ext>
            </a:extLst>
          </p:cNvPr>
          <p:cNvSpPr>
            <a:spLocks noGrp="1"/>
          </p:cNvSpPr>
          <p:nvPr>
            <p:ph idx="1"/>
          </p:nvPr>
        </p:nvSpPr>
        <p:spPr/>
        <p:txBody>
          <a:bodyPr/>
          <a:lstStyle/>
          <a:p>
            <a:r>
              <a:rPr lang="en-US" dirty="0"/>
              <a:t>Kevin Mitnick was an exceptionally gifted hacker, and he was able to turn a new leaf to use his skills for the good of mankind.</a:t>
            </a:r>
          </a:p>
          <a:p>
            <a:r>
              <a:rPr lang="en-US" dirty="0"/>
              <a:t>His story should be read by anyone interested in cybersecurity.</a:t>
            </a:r>
          </a:p>
          <a:p>
            <a:r>
              <a:rPr lang="en-US" dirty="0"/>
              <a:t>Security measures are of vital importance, to protect sensitive data and systems. (Codemotion, 2023)</a:t>
            </a:r>
          </a:p>
          <a:p>
            <a:r>
              <a:rPr lang="en-US" dirty="0"/>
              <a:t>Kevin Mitnick died on July 16, 2023 to cancer. (Codemotion, 2023)</a:t>
            </a:r>
          </a:p>
        </p:txBody>
      </p:sp>
    </p:spTree>
    <p:extLst>
      <p:ext uri="{BB962C8B-B14F-4D97-AF65-F5344CB8AC3E}">
        <p14:creationId xmlns:p14="http://schemas.microsoft.com/office/powerpoint/2010/main" val="3173824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24F2-ADDF-9708-00D0-621901B5ECA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FAA7EA7-106B-C378-AE32-5C420B4DA046}"/>
              </a:ext>
            </a:extLst>
          </p:cNvPr>
          <p:cNvSpPr>
            <a:spLocks noGrp="1"/>
          </p:cNvSpPr>
          <p:nvPr>
            <p:ph idx="1"/>
          </p:nvPr>
        </p:nvSpPr>
        <p:spPr/>
        <p:txBody>
          <a:bodyPr/>
          <a:lstStyle/>
          <a:p>
            <a:r>
              <a:rPr lang="en-US" dirty="0"/>
              <a:t>Codemotion. (2023, July 20). </a:t>
            </a:r>
            <a:r>
              <a:rPr lang="en-US" i="1" dirty="0"/>
              <a:t>The life of Kevin Mitnick: The world’s most famous hacker</a:t>
            </a:r>
            <a:r>
              <a:rPr lang="en-US" dirty="0"/>
              <a:t>. Codemotion Magazine. </a:t>
            </a:r>
            <a:r>
              <a:rPr lang="en-US" dirty="0">
                <a:hlinkClick r:id="rId2"/>
              </a:rPr>
              <a:t>https://www.codemotion.com/magazine/cybersecurity/kevin-mitnick-the-worlds-most-famous-hacker/</a:t>
            </a:r>
            <a:endParaRPr lang="en-US" dirty="0"/>
          </a:p>
          <a:p>
            <a:r>
              <a:rPr lang="en-US" dirty="0"/>
              <a:t>Sergeev, </a:t>
            </a:r>
            <a:r>
              <a:rPr lang="en-US" dirty="0" err="1"/>
              <a:t>Anry</a:t>
            </a:r>
            <a:r>
              <a:rPr lang="en-US" dirty="0"/>
              <a:t>. (2025, January 17). </a:t>
            </a:r>
            <a:r>
              <a:rPr lang="en-US" i="1" dirty="0"/>
              <a:t>The story of Kevin Mitnick: The world’s most famous hacker</a:t>
            </a:r>
            <a:r>
              <a:rPr lang="en-US" dirty="0"/>
              <a:t>. </a:t>
            </a:r>
            <a:r>
              <a:rPr lang="en-US" dirty="0" err="1"/>
              <a:t>GaGadget</a:t>
            </a:r>
            <a:r>
              <a:rPr lang="en-US" dirty="0"/>
              <a:t>. </a:t>
            </a:r>
            <a:r>
              <a:rPr lang="en-US" dirty="0">
                <a:hlinkClick r:id="rId3"/>
              </a:rPr>
              <a:t>https://gagadget.com/en/security/619553-the-story-of-kevin-mitnick-the-worlds-most-famous-hacker/</a:t>
            </a:r>
            <a:endParaRPr lang="en-US" dirty="0"/>
          </a:p>
        </p:txBody>
      </p:sp>
    </p:spTree>
    <p:extLst>
      <p:ext uri="{BB962C8B-B14F-4D97-AF65-F5344CB8AC3E}">
        <p14:creationId xmlns:p14="http://schemas.microsoft.com/office/powerpoint/2010/main" val="293535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586</TotalTime>
  <Words>999</Words>
  <Application>Microsoft Office PowerPoint</Application>
  <PresentationFormat>Custom</PresentationFormat>
  <Paragraphs>67</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Tech 16x9</vt:lpstr>
      <vt:lpstr>The Story of Kevin Mitnick</vt:lpstr>
      <vt:lpstr>Early Life</vt:lpstr>
      <vt:lpstr>His first Hack</vt:lpstr>
      <vt:lpstr>On the Run for Two Years</vt:lpstr>
      <vt:lpstr>The Downfall</vt:lpstr>
      <vt:lpstr>Life after Prison</vt:lpstr>
      <vt:lpstr>Books by Kevin Mitnick</vt:lpstr>
      <vt:lpstr>His Books (pictures obtained from Google)</vt:lpstr>
      <vt:lpstr>The Legacy of Kevin Mitnick</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V</dc:creator>
  <cp:lastModifiedBy>Nick V</cp:lastModifiedBy>
  <cp:revision>1</cp:revision>
  <dcterms:created xsi:type="dcterms:W3CDTF">2026-02-23T19:45:35Z</dcterms:created>
  <dcterms:modified xsi:type="dcterms:W3CDTF">2026-02-24T05:32:00Z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